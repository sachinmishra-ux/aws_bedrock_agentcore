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INTRODUCTION</a:t>
            </a:r>
          </a:p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PYTHON PROGRAMMING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Master the Essentials of Python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PYTHON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Python?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Simple, readable syntax similar to natural English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Highly versatile: web, data science, AI, automation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Large ecosystem of libraries and frameworks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Strong community support and extensive documentation</a:t>
            </a:r>
          </a:p>
        </p:txBody>
      </p:sp>
      <p:pic>
        <p:nvPicPr>
          <p:cNvPr id="5" name="Picture 4" descr="slide2_pyth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Variables &amp; Data Types: int, float, str, bool, complex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Operators: arithmetic, comparison, logical, assignment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Control Flow: if-elif-else, loops (for, while)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Exception Handling: try-except-finally blocks</a:t>
            </a:r>
          </a:p>
        </p:txBody>
      </p:sp>
      <p:pic>
        <p:nvPicPr>
          <p:cNvPr id="5" name="Picture 4" descr="slide3_fundamen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Functions &amp; Object-Oriented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Functions: def keyword, parameters, return values, scope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Lambda Functions: anonymous functions for quick operations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Classes &amp; Objects: inheritance, encapsulation, polymorphism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Modules &amp; Packages: organize code into reusable components</a:t>
            </a:r>
          </a:p>
        </p:txBody>
      </p:sp>
      <p:pic>
        <p:nvPicPr>
          <p:cNvPr id="5" name="Picture 4" descr="slide4_functions_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Essential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Lists: ordered, mutable collections with indexing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Tuples: immutable sequences for fixed data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Dictionaries: key-value pairs for fast lookups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Sets: unordered unique collections for membership testing</a:t>
            </a:r>
          </a:p>
        </p:txBody>
      </p:sp>
      <p:pic>
        <p:nvPicPr>
          <p:cNvPr id="5" name="Picture 4" descr="slide5_data_stru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LIBRARIES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Popular Python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NumPy &amp; Pandas: numerical computing and data manipulation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Matplotlib &amp; Seaborn: data visualization and plotting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Scikit-learn: machine learning and statistical modeling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Requests &amp; BeautifulSoup: web scraping and HTTP requests</a:t>
            </a:r>
          </a:p>
        </p:txBody>
      </p:sp>
      <p:pic>
        <p:nvPicPr>
          <p:cNvPr id="5" name="Picture 4" descr="slide6_libr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LIBRARIES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Web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Django: full-featured framework with ORM and admin panel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Flask: lightweight microframework for flexibility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FastAPI: modern async framework for high-performance APIs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Streamlit: rapid development of data science web apps</a:t>
            </a:r>
          </a:p>
        </p:txBody>
      </p:sp>
      <p:pic>
        <p:nvPicPr>
          <p:cNvPr id="5" name="Picture 4" descr="slide7_web_frame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Code Quality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PEP 8 Style Guide: 4-space indentation, line length limits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Testing: unit tests with pytest, test-driven development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Documentation: docstrings, type hints, README files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Code Review: peer review, linting with pylint and flake8</a:t>
            </a:r>
          </a:p>
        </p:txBody>
      </p:sp>
      <p:pic>
        <p:nvPicPr>
          <p:cNvPr id="5" name="Picture 4" descr="slide8_best_prac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ADVANCED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Performance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Profiling: identify bottlenecks with cProfile and timeit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Caching: memoization and functools.lru_cache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Async Programming: asyncio for concurrent operations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Memory Management: generators, list comprehensions, garbage collection</a:t>
            </a:r>
          </a:p>
        </p:txBody>
      </p:sp>
      <p:pic>
        <p:nvPicPr>
          <p:cNvPr id="5" name="Picture 4" descr="slide9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SUMMARY &amp; DISCUSSION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Master fundamentals first: variables, functions, OOP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Explore libraries relevant to your domain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Follow PEP 8 and write testable, maintainable code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Practice with real projects and contribute to open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647895" cy="36576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Ready for Labs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Review loaded notebooks in your workspace. Test code inference endpoints, verify cross-region configurations, and execute agent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