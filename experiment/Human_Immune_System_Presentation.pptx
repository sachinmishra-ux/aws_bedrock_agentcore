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TITLE SLIDE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HUMAN IMMUNE SYSTEM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How Our Body Fights Diseases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What is the Immune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 complex network of organs, cells, and proteins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Defends against harmful invaders: bacteria, viruses, fungi, parasites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Maintains internal balance and promotes tissue healing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Distinguishes between self and non-self entities</a:t>
            </a:r>
          </a:p>
        </p:txBody>
      </p:sp>
      <p:pic>
        <p:nvPicPr>
          <p:cNvPr id="5" name="Picture 4" descr="slide2_immune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Two-Tier Defense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Innate Immunity: Rapid, non-specific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Adaptive Immunity: Targeted, specific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Both systems work together for comprehensive protection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Previous infections enhance adaptive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647895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Key Insight: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This slide covers 'Two-Tier Defense System' in context of The Human Immune System: How Our Body Fights Diseases. Focus on discussing design boundaries and parameters during lecture.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FIRST LINE OF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Physical &amp; Chemical Barriers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Skin: Protective barrier and microbiome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Mucus membranes: Line respiratory and digestive tracts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Stomach acid: Kills many ingested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Tears &amp; saliva: Contain antimicrobial proteins</a:t>
            </a:r>
          </a:p>
        </p:txBody>
      </p:sp>
      <p:pic>
        <p:nvPicPr>
          <p:cNvPr id="5" name="Picture 4" descr="slide3_barr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INNATE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Non-Specific Defense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Immediate response without prior exposure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Phagocytes engulf and destroy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Natural killer cells eliminate infected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Complement system marks pathogens for destruction</a:t>
            </a:r>
          </a:p>
        </p:txBody>
      </p:sp>
      <p:pic>
        <p:nvPicPr>
          <p:cNvPr id="5" name="Picture 4" descr="slide4_innate_i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Players: White Blood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Neutrophils: Most abundant, first responders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Macrophages: "Eat" pathogens and present antigens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Lymphocytes: B cells and T cells for adaptive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Dendritic cells: Bridge between innate and adaptive immunity</a:t>
            </a:r>
          </a:p>
        </p:txBody>
      </p:sp>
      <p:pic>
        <p:nvPicPr>
          <p:cNvPr id="5" name="Picture 4" descr="slide5_immun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ADAPTIVE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Specific &amp; Targeted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Develops over time with exposure to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Creates memory of specific antigens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Faster and stronger response on re-exposure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Foundation for vaccination effectiveness</a:t>
            </a:r>
          </a:p>
        </p:txBody>
      </p:sp>
      <p:pic>
        <p:nvPicPr>
          <p:cNvPr id="5" name="Picture 4" descr="slide6_adaptive_i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HUMORAL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 Cells &amp; Antibody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 cells recognize specific antigens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Differentiate into plasma cells producing antibodies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Antibodies neutralize or mark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Memory B cells provide long-term immunity</a:t>
            </a:r>
          </a:p>
        </p:txBody>
      </p:sp>
      <p:pic>
        <p:nvPicPr>
          <p:cNvPr id="5" name="Picture 4" descr="slide7_b_cells_antibo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CELL-MEDIATED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 Cell Functions &amp;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Helper T cells (CD4+): Coordinate immune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Cytotoxic T cells (CD8+): Kill infected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Regulatory T cells: Prevent overreaction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 cell memory enables rapid re-response</a:t>
            </a:r>
          </a:p>
        </p:txBody>
      </p:sp>
      <p:pic>
        <p:nvPicPr>
          <p:cNvPr id="5" name="Picture 4" descr="slide8_t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SECONDARY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Inflammation &amp; Complement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Inflammatory response: Redness, heat, swelling, pain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Complement proteins cascade to destroy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Membrane attack complex creates pores in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Promotes tissue repair and healing processes</a:t>
            </a:r>
          </a:p>
        </p:txBody>
      </p:sp>
      <p:pic>
        <p:nvPicPr>
          <p:cNvPr id="5" name="Picture 4" descr="slide9_inflammation_co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PREVENTION &amp;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Supporting Your Immune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Adequate sleep: Essential for immune cell production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Balanced nutrition: Vitamins, minerals, proteins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Regular exercise: Enhances circulation and immunity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Vaccination: Trains immune system safely</a:t>
            </a:r>
          </a:p>
        </p:txBody>
      </p:sp>
      <p:pic>
        <p:nvPicPr>
          <p:cNvPr id="5" name="Picture 4" descr="slide10_immune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SUMMARY &amp; DISCUSSION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The immune system is a sophisticated multi-layered defense network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Innate and adaptive immunity work synergistically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Understanding immunity helps us support our health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Vaccination harnesses adaptive immunity for disease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647895" cy="36576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Ready for Labs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Review loaded notebooks in your workspace. Test code inference endpoints, verify cross-region configurations, and execute agent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