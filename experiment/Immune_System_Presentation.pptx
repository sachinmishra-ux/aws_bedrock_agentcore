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INTRODUCTION</a:t>
            </a:r>
          </a:p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HUMAN IMMUNE SYSTEM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How Our Body Fights Diseases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What is the Immune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 complex network of cells, tissues, and organs working together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Primary role: Protect the body from harmful pathogens and infections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Includes bacteria, viruses, fungi, parasites, and abnormal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Maintains homeostasis and prevents disease development</a:t>
            </a:r>
          </a:p>
        </p:txBody>
      </p:sp>
      <p:pic>
        <p:nvPicPr>
          <p:cNvPr id="5" name="Picture 4" descr="slide2_immu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CORE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Key Functions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Recognition: Identify pathogens and foreign substances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Response: Activate defense mechanisms to neutralize threats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Elimination: Remove pathogens and damaged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Memory: Learn and remember past infections for faster future responses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'Key Functions &amp; Goals'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INNATE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Innate Immunity: First Line of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Immediate, non-specific response to any pathogen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Physical barriers: Skin, mucus membranes, stomach acid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Cellular response: Neutrophils and macrophages engulf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Inflammation: Increases blood flow and immune cell recruitment</a:t>
            </a:r>
          </a:p>
        </p:txBody>
      </p:sp>
      <p:pic>
        <p:nvPicPr>
          <p:cNvPr id="5" name="Picture 4" descr="slide4_innate_i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ADAPTIVE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Adaptive Immunity: Specific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Targeted response tailored to specific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Takes longer to activate but highly effective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Creates memory cells for rapid future responses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Forms basis for vaccination and long-term immunity</a:t>
            </a:r>
          </a:p>
        </p:txBody>
      </p:sp>
      <p:pic>
        <p:nvPicPr>
          <p:cNvPr id="5" name="Picture 4" descr="slide5_adaptive_i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Immune Cells: White Blood Cell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Neutrophils: Most abundant, first responders to infection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Macrophages: Large cells that engulf pathogens and dead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Lymphocytes: T cells and B cells for adaptive immunity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Dendritic cells: Present antigens to activate immune response</a:t>
            </a:r>
          </a:p>
        </p:txBody>
      </p:sp>
      <p:pic>
        <p:nvPicPr>
          <p:cNvPr id="5" name="Picture 4" descr="slide6_immun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HUMORAL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B Cells &amp; Antibodies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 cells produce antibodies (immunoglobulins) against specific antigens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Antibodies neutralize pathogens and mark them for destruction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Plasma cells: Antibody factories during active infection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Memory B cells: Provide long-lasting immunity</a:t>
            </a:r>
          </a:p>
        </p:txBody>
      </p:sp>
      <p:pic>
        <p:nvPicPr>
          <p:cNvPr id="5" name="Picture 4" descr="slide7_b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CELL-MEDIATED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 Cells: Direct Cellular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Cytotoxic T cells: Kill virus-infected and cancerous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Helper T cells: Coordinate immune response and activate other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Regulatory T cells: Control immune response to prevent autoimmunity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Direct attack mechanism using cytotoxic granules</a:t>
            </a:r>
          </a:p>
        </p:txBody>
      </p:sp>
      <p:pic>
        <p:nvPicPr>
          <p:cNvPr id="5" name="Picture 4" descr="slide8_t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LYMPHOID ORGANS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Immune System Organs &amp; Tissues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Bone marrow: Produces all white blood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Thymus: T cell development and maturation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Lymph nodes: Filter lymph and activate immune response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Spleen: Filters blood and stores immune cells</a:t>
            </a:r>
          </a:p>
        </p:txBody>
      </p:sp>
      <p:pic>
        <p:nvPicPr>
          <p:cNvPr id="5" name="Picture 4" descr="slide9_immune_org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Immune Response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Recognition: Antigen detection by immune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Activation: Cytokine signaling and immune cell proliferation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Attack: Pathogen elimination through multiple mechanisms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Resolution: Inflammation reduction and tissue repair</a:t>
            </a:r>
          </a:p>
        </p:txBody>
      </p:sp>
      <p:pic>
        <p:nvPicPr>
          <p:cNvPr id="5" name="Picture 4" descr="slide10_immun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HEALTH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Maintaining Optimal Immune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Sleep: 7-9 hours daily for immune cell production and repair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Nutrition: Vitamins C, D, zinc, and antioxidant-rich foods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Exercise: Regular physical activity enhances immune function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Stress management: Chronic stress suppresses immune response</a:t>
            </a:r>
          </a:p>
        </p:txBody>
      </p:sp>
      <p:pic>
        <p:nvPicPr>
          <p:cNvPr id="5" name="Picture 4" descr="slide11_immune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SUMMARY &amp; DISCUSSION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The immune system is a multi-layered defense protecting against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Innate immunity provides immediate response; adaptive immunity provides specificity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White blood cells, antibodies, and immune organs work in coordination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Understanding immune function helps optimize health and disease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828800"/>
            <a:ext cx="4647895" cy="36576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Ready for Labs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Review loaded notebooks in your workspace. Test code inference endpoints, verify cross-region configurations, and execute agent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